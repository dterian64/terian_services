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Nomination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screenshot tour — from sign-in and nomination through AI fraud screening, HRBP review, and leadership analytics.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617720"/>
            <a:ext cx="411480" cy="3657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 Terianix.ai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environment  |  Sample data  |  June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77656" y="996696"/>
            <a:ext cx="1801368" cy="227079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pic>
        <p:nvPicPr>
          <p:cNvPr id="10" name="Image 0" descr="/sessions/zen-modest-bardeen/mnt/Terian_Services/blob_templates/award-screen-shots/1-sandbox-awards.terianix.ai-login-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051560"/>
            <a:ext cx="1691640" cy="216107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592056" y="2276856"/>
            <a:ext cx="2029968" cy="205826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sessions/zen-modest-bardeen/mnt/Terian_Services/blob_templates/award-screen-shots/3-sandbox-awards.terianix.ai_nomin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331720"/>
            <a:ext cx="1920240" cy="194853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311896" y="4105656"/>
            <a:ext cx="1737360" cy="156603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pic>
        <p:nvPicPr>
          <p:cNvPr id="14" name="Image 2" descr="/sessions/zen-modest-bardeen/mnt/outputs/cropped_final/18-sandbox-awards.terianix.ai-admin-analytics-overvie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160520"/>
            <a:ext cx="1627632" cy="14563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362895" y="6510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&amp; Access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325880" y="203911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employees get into the 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999232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25880" y="29992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a Nomination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25880" y="334670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a colleague in under a minute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306824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25880" y="430682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 &amp; Notifications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25880" y="4654296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and automated email at every step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614416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325880" y="561441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Screening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325880" y="596188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low-quality nominations before they're approved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1691640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040880" y="16916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HRBP Review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040880" y="203911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layer of human review for flagged nominations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2999232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040880" y="29992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Tools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040880" y="334670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Impersonation, audit logs, and a conversational AI assistant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4306824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040880" y="430682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040880" y="4654296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Spend, forecasting, fraud, and equality metrics for leadership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5614416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040880" y="561441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Fraud Detection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040880" y="596188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nomination rings, super-nominators, and copy-paste fraud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834640" y="26060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&amp; Access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880360" y="3337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employees get into the platform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8036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screens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SIGN-IN &amp; ACCESS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Landing Page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authenticate with their organization's Microsoft account before reaching the nomination portal.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of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Terian_Services/blob_templates/award-screen-shots/1-sandbox-awards.terianix.ai-login-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1840" y="658368"/>
            <a:ext cx="4230218" cy="54041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SIGN-IN &amp; ACCESS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Account Sign-In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is delegated to the company's existing Microsoft identity provider — no separate password to manage.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of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Terian_Services/blob_templates/award-screen-shots/2-sandbox-awards.terianix.ai-microsoft-acc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1840" y="658368"/>
            <a:ext cx="4230218" cy="54041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834640" y="26060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a Nomination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880360" y="3337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a colleague in under a minute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8036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screens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SUBMITTING A NOMINATION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an Award Nomination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Nominators choose an employee, an award category, a monetary amount, and describe the achievement.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of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Terian_Services/blob_templates/award-screen-shots/3-sandbox-awards.terianix.ai_nomin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4139" y="658368"/>
            <a:ext cx="5325621" cy="54041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SUBMITTING A NOMINATION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 History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nomination a user has submitted is tracked here, with live status — submitted, HRBPReviewPending, pending, approved, rejected, or paid.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of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outputs/cropped_final/4-sandbox-awards.terianix.ai-my-nomin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4898" y="658368"/>
            <a:ext cx="5404104" cy="54041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834640" y="26060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 &amp; Notifications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880360" y="3337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and automated email at every step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8036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screens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MANAGER APPROVAL &amp; NOTIFICATIONS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 Request Email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 approve or reject a nomination directly from their inbox — no login required.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of 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Terian_Services/blob_templates/award-screen-shots/6-sandbox-awards.terianix.ai-manager-e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2953" y="658368"/>
            <a:ext cx="6967993" cy="54041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MANAGER APPROVAL &amp; NOTIFICATIONS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Confirmation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Approve in the email takes the manager straight to this confirmation screen, and the nominator is notified automatically.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of 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Terian_Services/blob_templates/award-screen-shots/5-sandbox-awards.terianix.ai-manager-approv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4852" y="1364095"/>
            <a:ext cx="7964195" cy="39926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MANAGER APPROVAL &amp; NOTIFICATIONS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Nominations — Status Update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nominator's My Nominations tab, the status updates to Approved as soon as the manager acts on the email.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of 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Terian_Services/blob_templates/award-screen-shots/6a-sandbox-awards.terianix.ai-manager-e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4852" y="2082003"/>
            <a:ext cx="7964195" cy="25568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MANAGER APPROVAL &amp; NOTIFICATIONS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Nominator Status Update Email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Nominators stay in the loop with automated emails as their nomination moves through the workflow.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4 of 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Terian_Services/blob_templates/award-screen-shots/7-sandbox-awards.terianix.ai-naminator-e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4852" y="1741436"/>
            <a:ext cx="7964195" cy="32379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MANAGER APPROVAL &amp; NOTIFICATIONS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Congratulations Email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award recipient is notified by email with the amount, category, and a link to their certificate.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5 of 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Terian_Services/blob_templates/award-screen-shots/8-sandbox-awards.terianix.ai-beneficiary-e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6923" y="658368"/>
            <a:ext cx="6320054" cy="54041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MANAGER APPROVAL &amp; NOTIFICATIONS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Excellence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branded PDF certificate is generated automatically and attached to the recipient's notification email.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6 of 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Terian_Services/blob_templates/award-screen-shots/9-sandbox-awards.terianix.ai-beneficiary-certific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3215" y="658368"/>
            <a:ext cx="7827469" cy="54041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834640" y="26060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Screening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880360" y="3337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low-quality nominations before they're approved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8036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AI-POWERED SCREENING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Review Decision Workflow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nomination's fraud score routes it down one of three paths — auto-rejected, queued for HRBP review, or sent straight to the manager for approval.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of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Terian_Services/blob_templates/award-screen-shots/hrbp_fraud_review_work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73291" y="658368"/>
            <a:ext cx="7647317" cy="54041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AI-POWERED SCREENING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Fraud Scoring &amp; Pair History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nomination is scored for fraud risk before a decision is made to reject it (very low quality, apparent fraud), send it to HRBP review (medium quality, potential fraud), or send it on to the manager's approval.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of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Terian_Services/blob_templates/award-screen-shots/10-sandbox-awards.terianix.ai-nomination-rejected-t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4852" y="862508"/>
            <a:ext cx="7964195" cy="499582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AI-POWERED SCREENING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Screening Flags a Nomination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language, low specificity, and disproportionate award amounts are flagged automatically before approval.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of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Terian_Services/blob_templates/award-screen-shots/11a-sandbox-awards.terianix.ai-nomination-semantic-rejected-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4852" y="1365316"/>
            <a:ext cx="7964195" cy="39902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AI-POWERED SCREENING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Rejection Email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nomination fails AI screening, the nominator is notified automatically with the reason for rejection.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4 of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Terian_Services/blob_templates/award-screen-shots/12-sandbox-awards.terianix.ai-nomination-semantic-rejected-e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3668" y="658368"/>
            <a:ext cx="4706563" cy="54041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834640" y="26060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HRBP Review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880360" y="3337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layer of human review for flagged nominations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8036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HRBP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HRBP Audit Trail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business partners can drill into the full event log behind any nomination under review.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of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outputs/cropped_final/13-sandbox-awards.terianix.ai-nomination-semantic-HRBP-Review-t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2002" y="658368"/>
            <a:ext cx="3229895" cy="540410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HRBP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HRBP Review Queue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nominations route to HRBP for a second layer of human review before sending to the manager for approval.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of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Terian_Services/blob_templates/award-screen-shots/14-sandbox-awards.terianix.ai-nomination-semantic-HRBP-Review-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4852" y="1150104"/>
            <a:ext cx="7964195" cy="442063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HRBP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HRBP Rejection Notice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HRBP rejects a nomination, the nominator receives an explanation by email.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of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Terian_Services/blob_templates/award-screen-shots/15-sandbox-awards.terianix.ai-nomination-semantic-HRBP-Rejection-e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1966" y="658368"/>
            <a:ext cx="7909967" cy="540410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HRBP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HRBP Rejection — Screen View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reasons are logged and visible directly on the nominator record.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4 of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Terian_Services/blob_templates/award-screen-shots/15a-sandbox-awards.terianix.ai-nomination-semantic-HRBP-Rejection-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4852" y="1883424"/>
            <a:ext cx="7964195" cy="295399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834640" y="26060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Tools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880360" y="3337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Impersonation, audit logs, and a conversational AI assistant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8036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screens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ADMIN TOOLS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 &amp; Audit Logs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securely view the platform as any user and inspect the underlying nomination event log. This feature is traceable via the userImpersonation database table, and completely configurable per tenant.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of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outputs/cropped_final/16-sandbox-awards.terianix.ai-admin-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7009" y="658368"/>
            <a:ext cx="6039881" cy="540410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ADMIN TOOLS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Analytics — AI Assistant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conversational assistant answers natural-language questions about nominations, fraud patterns, and any Award Nomination questions.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of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Terian_Services/blob_templates/award-screen-shots/17-sandbox-awards.terianix.ai-admin-chatbox-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4852" y="1296180"/>
            <a:ext cx="7964195" cy="41284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834640" y="26060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880360" y="3337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Spend, forecasting, fraud, and equality metrics for leadership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8036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screens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ANALYTICS DASHBOARDS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Overview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dashboard surfaces total spend, nomination volume, pending approvals, and fraud-alert counts.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of 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outputs/cropped_final/18-sandbox-awards.terianix.ai-admin-analytics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7009" y="658368"/>
            <a:ext cx="6039881" cy="540410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ANALYTICS DASHBOARDS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Budget Pacing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pacing chart compares cumulative award spend against the annual budget and projects when funds will run out.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of 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Terian_Services/blob_templates/award-screen-shots/30-sandbox-awards.terianix.ai-admin-recognition-budget-pac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4852" y="1180966"/>
            <a:ext cx="7964195" cy="435890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ANALYTICS DASHBOARDS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Forecasting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Backtested ML models project department-level nominations and spend for the weeks ahead.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of 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outputs/cropped_final/19-sandbox-awards.terianix.ai-analytics-forecas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7009" y="658368"/>
            <a:ext cx="6039881" cy="540410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ANALYTICS DASHBOARDS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Alerts Dashboard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nomination pairs are surfaced with a risk score and severity rating for quick triage.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4 of 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outputs/cropped_final/20-sandbox-awards.terianix.ai-analytics-fraud-ale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7009" y="658368"/>
            <a:ext cx="6039881" cy="540410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ANALYTICS DASHBOARDS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&amp; Equality Metrics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equality index (Gini coefficient) shows whether awards are distributed fairly across recipients.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5 of 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Terian_Services/blob_templates/award-screen-shots/21-sandbox-awards.terianix.ai-admin-diversity-me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0326" y="658368"/>
            <a:ext cx="7313246" cy="540410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834640" y="26060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Fraud Detection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880360" y="3337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nomination rings, super-nominators, and copy-paste fraud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8036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INTEGRITY &amp; FRAUD DETECTION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Pattern Findings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fraud patterns — nomination rings, copy-paste fraud, super-nominators — surface from a weekly analytics job.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of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outputs/cropped_final/22-sandbox-awards.terianix.ai-admin-integ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7009" y="658368"/>
            <a:ext cx="6039881" cy="540410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INTEGRITY &amp; FRAUD DETECTION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 Ring — Detailed Export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nomination rings export to a spreadsheet with full transaction detail for investigation.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of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Terian_Services/blob_templates/award-screen-shots/23-sandbox-awards.terianix.ai-admin-integrity-nomination-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4852" y="2593265"/>
            <a:ext cx="7964195" cy="153431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INTEGRITY &amp; FRAUD DETECTION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Super-Nominator Detection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flags individuals who nominate at an unusually high rate — a common pattern in gaming the program.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of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Terian_Services/blob_templates/award-screen-shots/24-sandbox-awards.terianix.ai-admin-integrity-super-nomin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4852" y="1661281"/>
            <a:ext cx="7964195" cy="339827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ECFD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224964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22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INTEGRITY &amp; FRAUD DETECTION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249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/ Duplicate Language Detection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20040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22249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Nominations with near-identical wording across submissions are flagged as likely fabricated justifications.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9893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4 of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3684" y="457200"/>
            <a:ext cx="8366531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sessions/zen-modest-bardeen/mnt/Terian_Services/blob_templates/award-screen-shots/25-sandbox-awards.terianix.ai-admin-integrity-copy-pas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4852" y="1049820"/>
            <a:ext cx="7964195" cy="46212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6974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full platform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live demo with your own data, reach out any time.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 |   sales@terian-services.com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Terianix.ai  |  Award Nomination Platform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Award Nomination Platform — Screenshot Walkthrough</dc:title>
  <dc:subject>PptxGenJS Presentation</dc:subject>
  <dc:creator>Terianix.ai</dc:creator>
  <cp:lastModifiedBy>Terianix.ai</cp:lastModifiedBy>
  <cp:revision>1</cp:revision>
  <dcterms:created xsi:type="dcterms:W3CDTF">2026-06-22T21:42:17Z</dcterms:created>
  <dcterms:modified xsi:type="dcterms:W3CDTF">2026-06-22T21:42:17Z</dcterms:modified>
</cp:coreProperties>
</file>