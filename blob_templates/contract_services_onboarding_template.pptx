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</a:rPr>
              <a:t>TERIAN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Welcome,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{{CLIENT_NAME}}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9488"/>
                </a:solidFill>
              </a:rPr>
              <a:t>Your Contract Services Onboarding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{{TIER_NAME}}  ·  {{PRESENTATION_DATE}}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A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7828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terian-services.com  ·  ref: {{CLIENT_SUBDOMAIN}}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Is Contract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Fixed-scope, fixed-price engagements — not an open-ended hourly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Every project starts with a defined deliverable, timeline, and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4261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42616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Delivered inside your Azure tenant under MSA &amp; DPA — your data stays yours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F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828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Terian Services  ·  terian-services.com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Your Engagement: {{TIER_NAME}}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Exact scope, timeline, and price confirmed during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A dedicated delivery team assigned from kickoff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4261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42616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Regular milestone check-ins throughout the engagement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F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828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Terian Services  ·  terian-services.com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Payment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Deposit — 25–30% due at signing, secures the schedule and covers ramp-up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Milestone payments — spread across phase deliverables as progress lands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4261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42616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Final payment — due at handoff, once docs, runbooks, and training are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F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828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Terian Services  ·  terian-services.com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Kickoff meeting to align on scope, timeline, and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Architecture sketch and detailed project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4261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42616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Regular progress updates against agreed milestones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F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828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Terian Services  ·  terian-services.com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Let's 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sales@terian-services.com — we respond within one business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terian-services.com — case studies and full service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4261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42616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All work is scoped under MSA &amp; DPA before any data is shared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F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828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Terian Services  ·  terian-services.com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